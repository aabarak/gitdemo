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9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3C871-40DA-4278-9404-85FB153BD225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59938-9A19-4725-9DCE-7868DA163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252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3C871-40DA-4278-9404-85FB153BD225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59938-9A19-4725-9DCE-7868DA163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679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3C871-40DA-4278-9404-85FB153BD225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59938-9A19-4725-9DCE-7868DA163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02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3C871-40DA-4278-9404-85FB153BD225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59938-9A19-4725-9DCE-7868DA163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968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3C871-40DA-4278-9404-85FB153BD225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59938-9A19-4725-9DCE-7868DA163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795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3C871-40DA-4278-9404-85FB153BD225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59938-9A19-4725-9DCE-7868DA163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125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3C871-40DA-4278-9404-85FB153BD225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59938-9A19-4725-9DCE-7868DA163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140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3C871-40DA-4278-9404-85FB153BD225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59938-9A19-4725-9DCE-7868DA163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049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3C871-40DA-4278-9404-85FB153BD225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59938-9A19-4725-9DCE-7868DA163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161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3C871-40DA-4278-9404-85FB153BD225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59938-9A19-4725-9DCE-7868DA163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727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3C871-40DA-4278-9404-85FB153BD225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59938-9A19-4725-9DCE-7868DA163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6245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3C871-40DA-4278-9404-85FB153BD225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59938-9A19-4725-9DCE-7868DA163B53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676122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3C871-40DA-4278-9404-85FB153BD225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59938-9A19-4725-9DCE-7868DA163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1744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3C871-40DA-4278-9404-85FB153BD225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59938-9A19-4725-9DCE-7868DA163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1059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3C871-40DA-4278-9404-85FB153BD225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59938-9A19-4725-9DCE-7868DA163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6789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3C871-40DA-4278-9404-85FB153BD225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59938-9A19-4725-9DCE-7868DA163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5322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3C871-40DA-4278-9404-85FB153BD225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59938-9A19-4725-9DCE-7868DA163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408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FB3C871-40DA-4278-9404-85FB153BD225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F59938-9A19-4725-9DCE-7868DA163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749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70" r:id="rId1"/>
    <p:sldLayoutId id="2147483871" r:id="rId2"/>
    <p:sldLayoutId id="2147483872" r:id="rId3"/>
    <p:sldLayoutId id="2147483873" r:id="rId4"/>
    <p:sldLayoutId id="2147483874" r:id="rId5"/>
    <p:sldLayoutId id="2147483875" r:id="rId6"/>
    <p:sldLayoutId id="2147483876" r:id="rId7"/>
    <p:sldLayoutId id="2147483877" r:id="rId8"/>
    <p:sldLayoutId id="2147483878" r:id="rId9"/>
    <p:sldLayoutId id="2147483879" r:id="rId10"/>
    <p:sldLayoutId id="2147483880" r:id="rId11"/>
    <p:sldLayoutId id="2147483881" r:id="rId12"/>
    <p:sldLayoutId id="2147483882" r:id="rId13"/>
    <p:sldLayoutId id="2147483883" r:id="rId14"/>
    <p:sldLayoutId id="2147483884" r:id="rId15"/>
    <p:sldLayoutId id="2147483885" r:id="rId16"/>
    <p:sldLayoutId id="214748388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660AD-D2FF-3E61-1688-E9169EA739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5901" y="1041400"/>
            <a:ext cx="11835829" cy="2387600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</a:t>
            </a:r>
            <a:r>
              <a:rPr lang="en-US" dirty="0"/>
              <a:t> is aria-label?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B7529B-EC3F-6358-67D7-0997B4C85A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5900" y="3647327"/>
            <a:ext cx="11596099" cy="1910992"/>
          </a:xfrm>
        </p:spPr>
        <p:txBody>
          <a:bodyPr/>
          <a:lstStyle/>
          <a:p>
            <a:r>
              <a:rPr lang="en-US" sz="32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Accessibility</a:t>
            </a:r>
            <a:r>
              <a:rPr lang="en-US" sz="3200" dirty="0">
                <a:solidFill>
                  <a:srgbClr val="FFFF00"/>
                </a:solidFill>
              </a:rPr>
              <a:t> Testing	</a:t>
            </a:r>
            <a:r>
              <a:rPr lang="en-US" dirty="0"/>
              <a:t>				</a:t>
            </a:r>
          </a:p>
        </p:txBody>
      </p:sp>
    </p:spTree>
    <p:extLst>
      <p:ext uri="{BB962C8B-B14F-4D97-AF65-F5344CB8AC3E}">
        <p14:creationId xmlns:p14="http://schemas.microsoft.com/office/powerpoint/2010/main" val="2066701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01D91-E7B6-402B-D119-1455302A0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F18B5-7861-A2AA-0070-A587DF2B8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10187987" cy="4195481"/>
          </a:xfrm>
        </p:spPr>
        <p:txBody>
          <a:bodyPr/>
          <a:lstStyle/>
          <a:p>
            <a:pPr marL="0" indent="0">
              <a:buNone/>
            </a:pPr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aria-label is used to give a name to something on a web page so screen readers can read it out loud.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4418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9EB25-EC58-F530-4C38-90B3DCA1A9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10188465" cy="4195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dirty="0"/>
              <a:t>Example:</a:t>
            </a:r>
          </a:p>
          <a:p>
            <a:r>
              <a:rPr lang="en-US" sz="4400" dirty="0"/>
              <a:t>&lt;</a:t>
            </a:r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button</a:t>
            </a:r>
            <a:r>
              <a:rPr lang="en-US" sz="4400" dirty="0"/>
              <a:t> aria-label="Close"&gt;X&lt;/button&gt;</a:t>
            </a:r>
          </a:p>
          <a:p>
            <a:r>
              <a:rPr lang="en-US" sz="4400" dirty="0"/>
              <a:t>The button shows "X", but a screen reader will say "Close".</a:t>
            </a:r>
          </a:p>
        </p:txBody>
      </p:sp>
    </p:spTree>
    <p:extLst>
      <p:ext uri="{BB962C8B-B14F-4D97-AF65-F5344CB8AC3E}">
        <p14:creationId xmlns:p14="http://schemas.microsoft.com/office/powerpoint/2010/main" val="1563832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EB905-8681-3720-523B-0E01932F4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When to use it: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9EEF2-EB70-722D-C52A-A721849C6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10603135" cy="4195481"/>
          </a:xfrm>
        </p:spPr>
        <p:txBody>
          <a:bodyPr>
            <a:normAutofit fontScale="70000" lnSpcReduction="20000"/>
          </a:bodyPr>
          <a:lstStyle/>
          <a:p>
            <a:r>
              <a:rPr lang="en-US" sz="5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When</a:t>
            </a:r>
            <a:r>
              <a:rPr lang="en-US" sz="5200" dirty="0"/>
              <a:t> there's no text on the element (like an icon-only button).</a:t>
            </a:r>
          </a:p>
          <a:p>
            <a:endParaRPr lang="en-US" sz="5200" dirty="0"/>
          </a:p>
          <a:p>
            <a:r>
              <a:rPr lang="en-US" sz="5200" dirty="0"/>
              <a:t>To help people using screen readers understand what the element does.</a:t>
            </a:r>
          </a:p>
          <a:p>
            <a:endParaRPr lang="en-US" sz="5200" dirty="0"/>
          </a:p>
          <a:p>
            <a:r>
              <a:rPr lang="en-US" sz="5200" dirty="0"/>
              <a:t>Let me know if you want examples for inputs, links, or other elements!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4904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</TotalTime>
  <Words>108</Words>
  <Application>Microsoft Office PowerPoint</Application>
  <PresentationFormat>Widescreen</PresentationFormat>
  <Paragraphs>13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Corbel</vt:lpstr>
      <vt:lpstr>Wingdings 3</vt:lpstr>
      <vt:lpstr>Ion</vt:lpstr>
      <vt:lpstr>What is aria-label?</vt:lpstr>
      <vt:lpstr> </vt:lpstr>
      <vt:lpstr>PowerPoint Presentation</vt:lpstr>
      <vt:lpstr>When to use it: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Mobarak .</dc:creator>
  <cp:lastModifiedBy>Mobarak .</cp:lastModifiedBy>
  <cp:revision>1</cp:revision>
  <dcterms:created xsi:type="dcterms:W3CDTF">2025-05-14T22:57:41Z</dcterms:created>
  <dcterms:modified xsi:type="dcterms:W3CDTF">2025-05-14T23:07:23Z</dcterms:modified>
</cp:coreProperties>
</file>